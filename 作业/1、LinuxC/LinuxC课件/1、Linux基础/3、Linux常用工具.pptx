
<file path=[Content_Types].xml><?xml version="1.0" encoding="utf-8"?>
<Types xmlns="http://schemas.openxmlformats.org/package/2006/content-types">
  <Default Extension="jpeg" ContentType="image/jpe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58" r:id="rId3"/>
    <p:sldId id="262" r:id="rId5"/>
    <p:sldId id="264" r:id="rId6"/>
    <p:sldId id="330" r:id="rId7"/>
    <p:sldId id="328" r:id="rId8"/>
    <p:sldId id="329" r:id="rId9"/>
    <p:sldId id="284" r:id="rId10"/>
    <p:sldId id="282" r:id="rId11"/>
    <p:sldId id="304" r:id="rId12"/>
    <p:sldId id="331" r:id="rId13"/>
    <p:sldId id="332" r:id="rId14"/>
    <p:sldId id="333" r:id="rId15"/>
    <p:sldId id="287" r:id="rId16"/>
    <p:sldId id="283" r:id="rId17"/>
    <p:sldId id="315" r:id="rId18"/>
    <p:sldId id="316" r:id="rId19"/>
    <p:sldId id="323" r:id="rId20"/>
    <p:sldId id="324" r:id="rId21"/>
    <p:sldId id="325" r:id="rId22"/>
    <p:sldId id="326" r:id="rId23"/>
    <p:sldId id="334" r:id="rId24"/>
    <p:sldId id="335" r:id="rId25"/>
    <p:sldId id="336" r:id="rId26"/>
    <p:sldId id="337" r:id="rId27"/>
    <p:sldId id="327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C0E4"/>
    <a:srgbClr val="6AAFE6"/>
    <a:srgbClr val="D4D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108" y="696"/>
      </p:cViewPr>
      <p:guideLst>
        <p:guide pos="3840"/>
        <p:guide pos="214"/>
        <p:guide pos="7507"/>
        <p:guide orient="horz" pos="346"/>
        <p:guide orient="horz" pos="4004"/>
        <p:guide orient="horz" pos="79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microsoft.com/office/2007/relationships/hdphoto" Target="../media/hdphoto2.wdp"/><Relationship Id="rId3" Type="http://schemas.openxmlformats.org/officeDocument/2006/relationships/image" Target="../media/image4.png"/><Relationship Id="rId2" Type="http://schemas.microsoft.com/office/2007/relationships/hdphoto" Target="../media/hdphoto1.wdp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7" b="2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297555" y="2967990"/>
            <a:ext cx="559689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  <a:cs typeface="+mn-ea"/>
                <a:sym typeface="+mn-lt"/>
              </a:rPr>
              <a:t>Linux</a:t>
            </a:r>
            <a:r>
              <a:rPr lang="zh-CN" altLang="en-US" sz="5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  <a:cs typeface="+mn-ea"/>
                <a:sym typeface="+mn-lt"/>
              </a:rPr>
              <a:t>常用工具</a:t>
            </a:r>
            <a:endParaRPr lang="zh-CN" altLang="en-US" sz="5400" b="1" dirty="0">
              <a:solidFill>
                <a:schemeClr val="bg2">
                  <a:lumMod val="50000"/>
                </a:schemeClr>
              </a:solidFill>
              <a:latin typeface="+mj-lt"/>
              <a:ea typeface="+mj-lt"/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217516" y="1063209"/>
            <a:ext cx="1756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目录</a:t>
            </a:r>
            <a:endParaRPr lang="zh-CN" altLang="en-US" sz="54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988577" y="2548679"/>
            <a:ext cx="3645351" cy="923330"/>
            <a:chOff x="1988577" y="2548679"/>
            <a:chExt cx="3645351" cy="923330"/>
          </a:xfrm>
        </p:grpSpPr>
        <p:sp>
          <p:nvSpPr>
            <p:cNvPr id="12" name="文本框 11"/>
            <p:cNvSpPr txBox="1"/>
            <p:nvPr/>
          </p:nvSpPr>
          <p:spPr>
            <a:xfrm>
              <a:off x="1988577" y="2548679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123138" y="2579457"/>
              <a:ext cx="2510790" cy="860405"/>
              <a:chOff x="3315584" y="3169020"/>
              <a:chExt cx="2510790" cy="86040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3315584" y="3169020"/>
                <a:ext cx="2510790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vim</a:t>
                </a:r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编辑器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315584" y="3692240"/>
                <a:ext cx="18084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各种快捷键的用法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1988577" y="4298948"/>
            <a:ext cx="3269832" cy="923330"/>
            <a:chOff x="1988577" y="4080834"/>
            <a:chExt cx="3269832" cy="923330"/>
          </a:xfrm>
        </p:grpSpPr>
        <p:sp>
          <p:nvSpPr>
            <p:cNvPr id="17" name="文本框 16"/>
            <p:cNvSpPr txBox="1"/>
            <p:nvPr/>
          </p:nvSpPr>
          <p:spPr>
            <a:xfrm>
              <a:off x="1988577" y="4080834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3123138" y="4111612"/>
              <a:ext cx="2135271" cy="860405"/>
              <a:chOff x="3315584" y="3169020"/>
              <a:chExt cx="2135271" cy="860405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3315584" y="3169020"/>
                <a:ext cx="2135271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工程管理器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3315584" y="3692240"/>
                <a:ext cx="1001395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makefile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6832352" y="4298948"/>
            <a:ext cx="3670116" cy="923330"/>
            <a:chOff x="6832352" y="4080834"/>
            <a:chExt cx="3670116" cy="923330"/>
          </a:xfrm>
        </p:grpSpPr>
        <p:sp>
          <p:nvSpPr>
            <p:cNvPr id="22" name="文本框 21"/>
            <p:cNvSpPr txBox="1"/>
            <p:nvPr/>
          </p:nvSpPr>
          <p:spPr>
            <a:xfrm>
              <a:off x="6832352" y="4080834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7966913" y="4111612"/>
              <a:ext cx="2535555" cy="860405"/>
              <a:chOff x="3315584" y="3169020"/>
              <a:chExt cx="2535555" cy="860405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3315584" y="3169020"/>
                <a:ext cx="2535555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shell</a:t>
                </a:r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编程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315584" y="3692240"/>
                <a:ext cx="3098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6832352" y="2548679"/>
            <a:ext cx="3242126" cy="923330"/>
            <a:chOff x="6832352" y="2548679"/>
            <a:chExt cx="3242126" cy="923330"/>
          </a:xfrm>
        </p:grpSpPr>
        <p:sp>
          <p:nvSpPr>
            <p:cNvPr id="27" name="文本框 26"/>
            <p:cNvSpPr txBox="1"/>
            <p:nvPr/>
          </p:nvSpPr>
          <p:spPr>
            <a:xfrm>
              <a:off x="6832352" y="2548679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7966913" y="2579457"/>
              <a:ext cx="2107565" cy="860405"/>
              <a:chOff x="3315584" y="3169020"/>
              <a:chExt cx="2107565" cy="860405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3315584" y="3169020"/>
                <a:ext cx="2107565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gcc</a:t>
                </a:r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编译器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3315584" y="3692240"/>
                <a:ext cx="16052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动态库和静态库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966710" y="4851400"/>
            <a:ext cx="17113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cs typeface="+mn-ea"/>
              </a:rPr>
              <a:t>shell基础语法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8555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10" y="3151918"/>
              <a:ext cx="4242512" cy="1100417"/>
              <a:chOff x="5100210" y="3214515"/>
              <a:chExt cx="4242512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10" y="3214515"/>
                <a:ext cx="3061335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vim</a:t>
                </a:r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编辑器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vim</a:t>
                </a:r>
                <a:r>
                  <a:rPr lang="zh-CN" altLang="en-US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的快捷键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441450" y="2977515"/>
            <a:ext cx="6711950" cy="903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演示：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新建文件、编写代码、编译代码、运行代码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67690" y="1498600"/>
            <a:ext cx="1127950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vi(vim)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是上</a:t>
            </a:r>
            <a:r>
              <a:rPr lang="en-US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非常常用的编辑器，很多</a:t>
            </a:r>
            <a:r>
              <a:rPr lang="en-US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发行版都默认安装了</a:t>
            </a:r>
            <a:r>
              <a:rPr lang="en-US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vi(vim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）。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vim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的配置文件：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/etc/vimrc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（红帽）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或者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/etc/vim/vimrc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Ubuntu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几个常用配置：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set number      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加上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行号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set autoindent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自动换行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set shiftwidth=4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设置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tab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键宽度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67690" y="1019810"/>
            <a:ext cx="11279505" cy="51873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vim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个模式：插入模式、命令模式、低行模式。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命令模式：可以移动光标、删除字符等。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快捷操作：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删除字符、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2x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删除多个字符、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dd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剪切一行、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2dd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剪切多行、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粘贴、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yy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复制一行、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2yy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复制多行、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撤销操作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插入模式：按键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a/s/i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，都可以进入插入模式，按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ESC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将回到命令模式。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低行模式：按键：或者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都可以进入底行模式，可以保存文件、退出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vim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、设置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vim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、查找等功能。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快捷操作：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保存、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wq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保存退出、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q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！强制退出、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跳到第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行、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加字符串等于查找、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set nonu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取消行号、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set nu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设置行号。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8555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10" y="3151918"/>
              <a:ext cx="4242512" cy="1100417"/>
              <a:chOff x="5100210" y="3214515"/>
              <a:chExt cx="4242512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10" y="3214515"/>
                <a:ext cx="2358390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编译器</a:t>
                </a:r>
                <a:r>
                  <a:rPr lang="en-US" altLang="zh-CN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gcc</a:t>
                </a:r>
                <a:endParaRPr lang="en-US" altLang="zh-CN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动态库、静态库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56565" y="1498600"/>
            <a:ext cx="1127950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gcc</a:t>
            </a: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简介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gcc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 GNU C Compiler 。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gcc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已经不仅仅能支持 C 语言；还支持 Ada 语言、C++ 语言、Java 语言、Objective C 语言、Pascal 语言、COBOL语言，以及支持函数式编程和逻辑编程的 Mercury 语言等等。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gcc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是 GNU Compiler Collection 也即是 GNU 编译器家族的意思。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46430" y="1130935"/>
            <a:ext cx="9872345" cy="35629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编译指令: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gcc test.c -o test  编译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test.c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文件，生产可执行文件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test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上述编译过程是分为四个阶段进行的：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	即预处理(也称预编译，Preprocessing)、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	编译(Compilation)、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	汇编 (Assembly)、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         连接(Linking)。</a:t>
            </a:r>
            <a:endParaRPr lang="zh-CN" altLang="en-US" sz="2400" dirty="0">
              <a:solidFill>
                <a:srgbClr val="161616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Wingdings 2" panose="05020102010507070707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60145" y="1498600"/>
            <a:ext cx="9872345" cy="4891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编译的过程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预处理：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gcc -E hello.c -o hello.i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处理所有以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#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开头的代码（头文件、预处理、宏定义）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编译：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gcc -S hello.i -o hello.s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语法检查同时把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文件翻译成汇编文件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汇编：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gcc -c hello.s -o hello.o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把汇编文件翻译成二进制文件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链接：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gcc hello.o -o hello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链接需要用到的其他文件（比如库文件）。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Wingdings 2" panose="05020102010507070707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818005" y="1498600"/>
            <a:ext cx="9872345" cy="3414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动态库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何为动态库？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制作动态库：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defTabSz="914400"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gcc -fPIC -shared -o libxxx.so xxx.c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</a:endParaRPr>
          </a:p>
          <a:p>
            <a:pPr defTabSz="914400"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gcc main.c -o main -L . -lxxx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Wingdings 2" panose="05020102010507070707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818005" y="1498600"/>
            <a:ext cx="9872345" cy="4374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静态库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何为静态库？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制作静态库：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gcc -c xxx.c xxx.c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ar -crv libmylib.a xxx.o xxx.o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    ar -t可以查看静态连接库包含的文件</a:t>
            </a:r>
            <a:endParaRPr lang="zh-CN" altLang="zh-CN" sz="2400" dirty="0">
              <a:solidFill>
                <a:srgbClr val="161616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defTabSz="914400">
              <a:buNone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Wingdings 2" panose="05020102010507070707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8555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09" y="3151918"/>
              <a:ext cx="4242513" cy="1100417"/>
              <a:chOff x="5100209" y="3214515"/>
              <a:chExt cx="4242513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09" y="3214515"/>
                <a:ext cx="2290361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工程管理器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Makefile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1590" y="1054100"/>
            <a:ext cx="838898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当编译工程的时候，由于涉及到的文件比较多，不可能逐个文件使用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，这个时候就需要用到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Makefile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make命令运行时，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需要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 Makefile 文件，以告诉make命令须要怎么样的去编译和链接程序。</a:t>
            </a:r>
            <a:endParaRPr lang="en-US" altLang="zh-CN" sz="2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一个Makefile文件包含五个方面的内容：</a:t>
            </a:r>
            <a:endParaRPr lang="en-US" altLang="zh-CN" sz="2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SzPct val="100000"/>
            </a:pP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具体规则</a:t>
            </a:r>
            <a:endParaRPr lang="en-US" altLang="zh-CN" sz="2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SzPct val="100000"/>
            </a:pP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隐含规则</a:t>
            </a:r>
            <a:endParaRPr lang="en-US" altLang="zh-CN" sz="2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SzPct val="100000"/>
            </a:pP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定义变量</a:t>
            </a:r>
            <a:endParaRPr lang="en-US" altLang="zh-CN" sz="2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SzPct val="100000"/>
            </a:pP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指令</a:t>
            </a:r>
            <a:endParaRPr lang="en-US" altLang="zh-CN" sz="2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SzPct val="100000"/>
            </a:pP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注释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 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33475" y="872490"/>
            <a:ext cx="9572625" cy="51136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Makefile的基本结构虽然简单，但变化十分丰富，要动手写一个大工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程的Makefile并不容易。所幸有一些诸如Autoconf和Automake这样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的工具可以自动生成Makefile文件，因而通常只要能读懂Makefile的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内容，并根据需要进行修改就可以了。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SzPct val="100000"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Makefile内容的核心是一系列的规则，这些规则告诉make程序要做的事以及做这件事所依赖的条件。规则的基本格式是：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SzPct val="100000"/>
            </a:pPr>
            <a:r>
              <a:rPr lang="zh-CN" altLang="en-US" sz="2400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target: dependency</a:t>
            </a:r>
            <a:endParaRPr lang="zh-CN" altLang="en-US" sz="2400" kern="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>
              <a:buSzPct val="100000"/>
            </a:pPr>
            <a:r>
              <a:rPr lang="zh-CN" altLang="en-US" sz="2400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(Tab字符)command</a:t>
            </a:r>
            <a:endParaRPr lang="zh-CN" altLang="en-US" sz="2400" kern="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hangingPunct="0"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target(目标): 通常是要产生的文件的名称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dependency(依赖): 指用来输入从而产生目标的文件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command(命令): 是make执行的动作，一个规则可以有多条命令，每个命令占一行。命令行的第一个字符是Tab。</a:t>
            </a:r>
            <a:r>
              <a:rPr lang="zh-CN" altLang="en-US" sz="2400" dirty="0">
                <a:solidFill>
                  <a:schemeClr val="tx2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    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02410" y="1498600"/>
            <a:ext cx="9441180" cy="3119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隐含规则能够告诉make使用传统的标准方法完成任务。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</a:pP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hello:hello.o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gcc hello.o -o hello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hello.o:hello.c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gcc -c hello.c -o hello.o     #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这两行代码利用隐含规则可以省略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0735" y="617719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隐含规则</a:t>
            </a:r>
            <a:endParaRPr lang="zh-CN" altLang="en-US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76960" cy="10147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09" y="3151918"/>
              <a:ext cx="4242513" cy="1100417"/>
              <a:chOff x="5100209" y="3214515"/>
              <a:chExt cx="4242513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09" y="3214515"/>
                <a:ext cx="2290361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shell</a:t>
                </a:r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编程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shell</a:t>
                </a:r>
                <a:r>
                  <a:rPr lang="zh-CN" altLang="en-US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基础语法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14850" y="3199130"/>
            <a:ext cx="31616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32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为什么使用</a:t>
            </a:r>
            <a:r>
              <a:rPr lang="en-US" altLang="zh-CN" sz="32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shell</a:t>
            </a:r>
            <a:r>
              <a:rPr lang="zh-CN" altLang="en-US" sz="3200" b="1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？</a:t>
            </a:r>
            <a:endParaRPr lang="zh-CN" altLang="en-US" sz="3200" b="1" kern="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9135" y="1498600"/>
            <a:ext cx="114014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第一个</a:t>
            </a:r>
            <a:r>
              <a:rPr lang="en-US" altLang="zh-CN" sz="2400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shell</a:t>
            </a:r>
            <a:r>
              <a:rPr lang="zh-CN" altLang="en-US" sz="2400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</a:t>
            </a:r>
            <a:endParaRPr lang="zh-CN" altLang="en-US" sz="2400" kern="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kern="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#!/bin/bash                        #使用/bin/bash工具来解析脚本</a:t>
            </a:r>
            <a:endParaRPr lang="zh-CN" altLang="en-US" sz="2400" kern="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400" kern="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 "helloworld"               #输出helloworld</a:t>
            </a:r>
            <a:endParaRPr lang="zh-CN" altLang="en-US" sz="2400" kern="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99260" y="1352550"/>
            <a:ext cx="6346825" cy="5200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#!/bin/bash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num=10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name="jack"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age=22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sex='male'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 $num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 "name : $name   age : $age   sex : $sex"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 "输出命令行参数"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 $1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 $2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 $3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 "共有$#个命令行参数"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echo "所有参数：$*"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0735" y="617719"/>
            <a:ext cx="20935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shell</a:t>
            </a:r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变量</a:t>
            </a:r>
            <a:endParaRPr lang="zh-CN" altLang="en-US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99260" y="1352550"/>
            <a:ext cx="6346825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#!/bin/bash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num=$1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 [ -z $num ]; then        #长度为0则成立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echo "请输入参数"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exit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 [ $num -eq 100 ]; then   #判断相等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echo "等于100"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elif [ $num -gt 100 ]; then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echo "大于100"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elif [ $num -lt 100 ]; then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echo "小于100"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0735" y="617719"/>
            <a:ext cx="22923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判断语句</a:t>
            </a:r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if</a:t>
            </a:r>
            <a:endParaRPr lang="en-US" altLang="zh-CN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99260" y="1352550"/>
            <a:ext cx="634682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#!/bin/bash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read num 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case $num in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[a-z])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echo "小写字母";;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[A-Z])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echo "大写字母";;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[0-9])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echo "数字";;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*)  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echo "未知";;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esac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0735" y="617719"/>
            <a:ext cx="296481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判断语句</a:t>
            </a:r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case</a:t>
            </a:r>
            <a:endParaRPr lang="en-US" altLang="zh-CN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06575" y="1498600"/>
            <a:ext cx="634682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#!/bin/bash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 read i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echo $i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done &lt; $1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注：需要测试文件，里面保存多行数据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0735" y="617719"/>
            <a:ext cx="31572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循环语句</a:t>
            </a:r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while</a:t>
            </a:r>
            <a:endParaRPr lang="en-US" altLang="zh-CN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06575" y="1340485"/>
            <a:ext cx="634682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#!/bin/bash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 ((i=0;i&lt;5;i++))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mkdir $i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cd $i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echo "this is $i" &gt; $i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cd ..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done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 i in 0 1 2 3 4 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cd $i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echo "hello $i" &gt; $i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cd ..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0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done</a:t>
            </a:r>
            <a:endParaRPr lang="zh-CN" altLang="en-US" sz="20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0735" y="617719"/>
            <a:ext cx="263588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循环语句</a:t>
            </a:r>
            <a:r>
              <a:rPr lang="en-US" altLang="zh-CN" sz="36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for</a:t>
            </a:r>
            <a:endParaRPr lang="en-US" altLang="zh-CN" sz="36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7" b="2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555735" y="2967335"/>
            <a:ext cx="5080531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ThankYou</a:t>
            </a:r>
            <a:endParaRPr lang="en-US" altLang="zh-CN" sz="54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s5upg2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3212</Words>
  <Application>WPS 演示</Application>
  <PresentationFormat>宽屏</PresentationFormat>
  <Paragraphs>301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宋体</vt:lpstr>
      <vt:lpstr>Wingdings</vt:lpstr>
      <vt:lpstr>Calibri</vt:lpstr>
      <vt:lpstr>微软雅黑</vt:lpstr>
      <vt:lpstr>Wingdings 2</vt:lpstr>
      <vt:lpstr>Arial Unicode MS</vt:lpstr>
      <vt:lpstr>仿宋</vt:lpstr>
      <vt:lpstr>华康铁线龙门 W3</vt:lpstr>
      <vt:lpstr>方正大标宋_GBK</vt:lpstr>
      <vt:lpstr>蝉羽直线体简繁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120</cp:revision>
  <dcterms:created xsi:type="dcterms:W3CDTF">2020-06-26T00:28:00Z</dcterms:created>
  <dcterms:modified xsi:type="dcterms:W3CDTF">2020-10-30T08:05:34Z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2052-10.1.0.6553</vt:lpwstr>
  </property>
</Properties>
</file>